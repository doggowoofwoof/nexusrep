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38404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Oral Factor XIa (FXIa) Inhibitor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&amp; Johnson · in collaboration with Bristol Myers Squibb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LIBREXIA Phase 3 Program · Cardiovascular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FA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· NON-PROMOTIONAL · FOR HEALTHCARE PROFESSIONALS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292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— not approved by the FDA or any regulatory authority. Non-promotional; for healthcare professionals.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inhibition of Factor XIa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4577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 is an investigational, orally administered small-molecule inhibitor of Factor XIa (FXIa).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FXIa sits in the intrinsic (contact) coagulation pathway, upstream of thrombin generation.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hypothesis under study: uncoupling pathological thrombosis from protective hemostasis.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overview only — efficacy and safety have not been established.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292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LIBREXIA PROGRAM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— not approved by the FDA or any regulatory authority. Non-promotional; for healthcare professionals.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LIBREXIA Phase 3 program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cardiovascular indications under investigation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4577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LIBREXIA-STROKE — secondary prevention of ischemic stroke.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LIBREXIA-ACS — acute coronary syndrome.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LIBREXIA-AF — atrial fibrillation.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ongoing global Phase 3 trials; publicly disclosed program information only.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292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STATUS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— not approved by the FDA or any regulatory authority. Non-promotional; for healthcare professionals.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status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compound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4577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U.S. FDA Fast Track designation for disclosed indications.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approved by the FDA or any regulatory authority for any use.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efficacy have not been established.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specifics (dosing, titration, comparative data) are routed to Medical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292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SAFETY INFORMATION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— not approved by the FDA or any regulatory authority. Non-promotional; for healthcare professionals.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0911535" cy="5120640"/>
          </a:xfrm>
          <a:prstGeom prst="rect">
            <a:avLst/>
          </a:prstGeom>
          <a:solidFill>
            <a:srgbClr val="EAF0F7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258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Safety Information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999713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 is an investigational compound not approved by the FDA or any regulatory authority; its safety and efficacy have not been established.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information is non-promotional and intended for healthcare professionals.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events should be reported to Pharmacovigilance.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questions can be directed to Medical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E63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MILVEXIAN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292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INFORMATION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Investigational — not approved by the FDA or any regulatory authority. Non-promotional; for healthcare professionals.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a person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rep routes anything clinical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4577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/ off-label questions → Medical Information &amp; MSL.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adverse events → Pharmacovigilance (safety desk).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human representative at any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6</Slides>
	<Notes>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6</vt:i4></vt:variant>
		</vt:vector>
	</HeadingPairs>
	<TitlesOfParts>
		<vt:vector size="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
		</vt:vector>
	</TitlesOfParts>
	<Company>Johnson & Johnson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Milvexian Detail Aid</dc:title>
  <dc:subject>Milvexian — investigational (non-promotional)</dc:subject>
  <dc:creator>NexusRep</dc:creator>
  <cp:lastModifiedBy>NexusRep</cp:lastModifiedBy>
  <cp:revision>1</cp:revision>
  <dcterms:created xsi:type="dcterms:W3CDTF">2026-07-15T01:48:19Z</dcterms:created>
  <dcterms:modified xsi:type="dcterms:W3CDTF">2026-07-15T01:48:19Z</dcterms:modified>
</cp:coreProperties>
</file>